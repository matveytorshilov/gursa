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04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71600"/>
            <a:ext cx="3017520" cy="3010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7772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8000" b="1">
                <a:solidFill>
                  <a:srgbClr val="D4AF37"/>
                </a:solidFill>
                <a:latin typeface="Calibri"/>
              </a:defRPr>
            </a:pPr>
            <a:r>
              <a:t>ГЮРЗА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4400" b="1">
                <a:solidFill>
                  <a:srgbClr val="F5F7FA"/>
                </a:solidFill>
                <a:latin typeface="Calibri"/>
              </a:defRPr>
            </a:pPr>
            <a:r>
              <a:t>Частная охранная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4400" b="0">
                <a:solidFill>
                  <a:srgbClr val="F5F7FA"/>
                </a:solidFill>
                <a:latin typeface="Calibri"/>
              </a:defRPr>
            </a:pPr>
            <a:r>
              <a:t>организация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919BAF"/>
                </a:solidFill>
                <a:latin typeface="Calibri"/>
              </a:defRPr>
            </a:pPr>
            <a:r>
              <a:t>Воронеж и Воронежская область · с 2011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0749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F0D98C"/>
                </a:solidFill>
                <a:latin typeface="Calibri"/>
              </a:defRPr>
            </a:pPr>
            <a:r>
              <a:t>Безопасность, проверенная временем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_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О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400" b="1">
                <a:solidFill>
                  <a:srgbClr val="F5F7FA"/>
                </a:solidFill>
                <a:latin typeface="Calibri"/>
              </a:defRPr>
            </a:pPr>
            <a:r>
              <a:t>Работаем с 2011 года — и знаем цену доверию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ООО ЧОО «Гюрза» оказывает услуги частной охраны высокого качества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по доступным ценам — для физических и юридических лиц.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Разовые задачи и долгосрочные договоры. Воронеж и область.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1">
                <a:solidFill>
                  <a:srgbClr val="F0D98C"/>
                </a:solidFill>
                <a:latin typeface="Calibri"/>
              </a:defRPr>
            </a:pPr>
            <a:r>
              <a:t>Гюрза — символ молниеносной реакции и абсолютного контроля территории.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2011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год основания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4572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охрана объектов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4572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опытные специалисты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УСЛУГИ ПОД КЛЮЧ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7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Административные здания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Офисы, бизнес-центры, порядок и безопасность персонала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55448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64207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Строительные объекты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Площадки, техника, материалы на всех этапах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63239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7296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Складские помещения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ТМЦ, логистика, сохранность грузов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063239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17296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Пропускной режим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9359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КПП, контроль доступа, внутриобъектовый режим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7200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Сельхозпредприятия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0235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Зерновые и масличные базы — наша специализация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7200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Анализ угроз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10235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Оценка объекта и индивидуальная система охраны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ПРЕИМУЩЕСТВА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200" b="1">
                <a:solidFill>
                  <a:srgbClr val="F5F7FA"/>
                </a:solidFill>
                <a:latin typeface="Calibri"/>
              </a:defRPr>
            </a:pPr>
            <a:r>
              <a:t>Сотрудничая с нами, вы получаете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лет на рынке охранных услуг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2286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специалисты высокого класса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286000"/>
            <a:ext cx="3474720" cy="1417320"/>
          </a:xfrm>
          <a:prstGeom prst="rect">
            <a:avLst/>
          </a:prstGeom>
          <a:solidFill>
            <a:srgbClr val="0E121A"/>
          </a:solidFill>
          <a:ln w="9525">
            <a:solidFill>
              <a:srgbClr val="37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непрерывная охрана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319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Любой бюджет — от экономного до высокобюджетного решения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Индивидуальный подход к каждому объекту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Оперативная реакция и чёткий контроль территории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Профессиональная оценка рисков перед началом работы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_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СПЕЦИАЛИЗАЦИЯ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400" b="1">
                <a:solidFill>
                  <a:srgbClr val="F5F7FA"/>
                </a:solidFill>
                <a:latin typeface="Calibri"/>
              </a:defRPr>
            </a:pPr>
            <a:r>
              <a:t>Охрана агропредприятий и зерновых баз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943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Особая компетенция — охрана сельхозпредприятий и баз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по приёмке, подработке, хранению и отпуску</a:t>
            </a:r>
          </a:p>
          <a:p>
            <a:pPr>
              <a:spcAft>
                <a:spcPts val="800"/>
              </a:spcAft>
              <a:defRPr sz="1800" b="1">
                <a:solidFill>
                  <a:srgbClr val="F0D98C"/>
                </a:solidFill>
                <a:latin typeface="Calibri"/>
              </a:defRPr>
            </a:pPr>
            <a:r>
              <a:t>зерновых и масличной продукции.</a:t>
            </a:r>
          </a:p>
          <a:p>
            <a:pPr>
              <a:spcAft>
                <a:spcPts val="800"/>
              </a:spcAft>
              <a:defRPr sz="10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Понимаем специфику сезонных рисков, логистики и</a:t>
            </a: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сохранности урожая — работаем точечно под задачу.</a:t>
            </a:r>
          </a:p>
        </p:txBody>
      </p:sp>
      <p:pic>
        <p:nvPicPr>
          <p:cNvPr id="8" name="Picture 7" descr="02-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45920"/>
            <a:ext cx="5029200" cy="3143250"/>
          </a:xfrm>
          <a:prstGeom prst="rect">
            <a:avLst/>
          </a:prstGeom>
        </p:spPr>
      </p:pic>
    </p:spTree>
  </p:cSld>
  <p:clrMapOvr>
    <a:masterClrMapping/>
  </p:clrMapOvr>
  <p:transition spd="med" advClick="1">
    <p:fadeThroughBlack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ГЕОГРАФИЯ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Воронеж и Воронежская область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—  Административные и офисные здания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—  Строительные площадки и объекты на всех стадиях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—  Склады, логистические и производственные комплексы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—  Сельхозпредприятия, элеваторы, зерновые базы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—  Объекты с пропускным и внутриобъектовым режимом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КОНТАКТЫ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Связаться с нами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Официальный сайт:</a:t>
            </a:r>
          </a:p>
          <a:p>
            <a:pPr>
              <a:spcAft>
                <a:spcPts val="1400"/>
              </a:spcAft>
              <a:defRPr sz="2800" b="1">
                <a:solidFill>
                  <a:srgbClr val="F0D98C"/>
                </a:solidFill>
                <a:latin typeface="Calibri"/>
              </a:defRPr>
            </a:pPr>
            <a:r>
              <a:t>gurza36.ru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Телефоны:</a:t>
            </a:r>
          </a:p>
          <a:p>
            <a:pPr>
              <a:spcAft>
                <a:spcPts val="800"/>
              </a:spcAft>
              <a:defRPr sz="2000" b="1">
                <a:solidFill>
                  <a:srgbClr val="F5F7FA"/>
                </a:solidFill>
                <a:latin typeface="Calibri"/>
              </a:defRPr>
            </a:pPr>
            <a:r>
              <a:t>+7 (473) 278-51-47</a:t>
            </a:r>
          </a:p>
          <a:p>
            <a:pPr>
              <a:spcAft>
                <a:spcPts val="800"/>
              </a:spcAft>
              <a:defRPr sz="2000" b="1">
                <a:solidFill>
                  <a:srgbClr val="F5F7FA"/>
                </a:solidFill>
                <a:latin typeface="Calibri"/>
              </a:defRPr>
            </a:pPr>
            <a:r>
              <a:t>+7 (900) 954-43-12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F5F7FA"/>
                </a:solidFill>
                <a:latin typeface="Calibri"/>
              </a:defRPr>
            </a:pPr>
            <a:r>
              <a:t>Email: mike1592@yandex.ru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394016, г. Воронеж,</a:t>
            </a: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ул. Солнечная, 17/1, офис 4</a:t>
            </a:r>
          </a:p>
        </p:txBody>
      </p:sp>
      <p:pic>
        <p:nvPicPr>
          <p:cNvPr id="9" name="Picture 8" descr="03-conta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ThroughBlack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_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AA9146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919BAF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РУКОВОДСТВО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Самофалов Михаил Иванович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D4AF37"/>
                </a:solidFill>
                <a:latin typeface="Calibri"/>
              </a:defRPr>
            </a:pPr>
            <a:r>
              <a:t>Директор ООО ЧОО «Гюрза»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914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Готовы обсудить охрану вашего объекта,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провести экспертную оценку и предложить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оптимальный вариант охраны под ваш бюджет.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Звоните — проконсультируем и ответим на все вопросы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Выезд на объект для оценки угроз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—  Гибкие условия: разовые и долгосрочные договоры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04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731520"/>
            <a:ext cx="2377440" cy="23719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926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400"/>
              </a:spcAft>
              <a:defRPr sz="48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+7 (473) 278-51-47  ·  +7 (900) 954-43-12</a:t>
            </a:r>
          </a:p>
          <a:p>
            <a:pPr>
              <a:spcAft>
                <a:spcPts val="800"/>
              </a:spcAft>
              <a:defRPr sz="1800" b="0">
                <a:solidFill>
                  <a:srgbClr val="F0D98C"/>
                </a:solidFill>
                <a:latin typeface="Calibri"/>
              </a:defRPr>
            </a:pPr>
            <a:r>
              <a:t>mike1592@yandex.ru  ·  gurza36.ru</a:t>
            </a: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394016, г. Воронеж, ул. Солнечная, 17/1, офис 4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